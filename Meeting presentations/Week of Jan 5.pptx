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82" autoAdjust="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4:43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24575,'0'136'0,"0"2815"-8021,0-978 8330,0-1928-788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4:44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1 24575,'-7'124'0,"-1"-29"0,-14 344-228,-6 158-1084,16 995-628,12-1465 1909,-7 333-579,-108 757-1,99-1123-2848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4:45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24575,'453'0'0,"-439"0"0,27-1 0,-39 1 0,0 0 0,1-1 0,-1 1 0,0-1 0,0 1 0,1-1 0,-1 0 0,0 0 0,0 0 0,0 0 0,0 0 0,0-1 0,-1 1 0,3-2 0,-4 3 0,0-1 0,1 1 0,-1 0 0,0 0 0,0-1 0,0 1 0,1 0 0,-1 0 0,0-1 0,0 1 0,0 0 0,0-1 0,0 1 0,1 0 0,-1-1 0,0 1 0,0 0 0,0-1 0,0 1 0,0-1 0,0 1 0,0 0 0,0-1 0,0 1 0,0 0 0,-1-1 0,1 1 0,0 0 0,0-1 0,0 1 0,0 0 0,0 0 0,-1-1 0,-12-8 0,-19 0 0,32 9 0,-68-8-1365,37 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4:46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1011 186 24575,'-406'0'0,"383"2"0,-1 0 0,1 2 0,-44 12 0,37-8 0,-45 6 0,26-9 0,0-2 0,0-2 0,-56-6 0,101 5 0,0-1 0,0 1 0,0-1 0,0 0 0,0-1 0,0 1 0,0-1 0,1 1 0,-1-1 0,0 0 0,1-1 0,0 1 0,-1-1 0,-2-3 0,4 4 0,1 0 0,0 0 0,-1 0 0,1 0 0,0 0 0,0 0 0,0 0 0,1-1 0,-1 1 0,0 0 0,1-1 0,0 1 0,-1-1 0,1 1 0,0 0 0,0-1 0,1 1 0,-1-1 0,0 1 0,1 0 0,-1-1 0,1 1 0,0 0 0,0 0 0,2-4 0,7-13 0,1 1 0,1 1 0,1 0 0,0 1 0,1 0 0,1 1 0,17-14 0,-74 60 0,27-21 0,1 0 0,0 1 0,1 1 0,0 0 0,1 0 0,-16 23 0,25-32 0,1 1 0,1 0 0,-1-1 0,0 1 0,1 0 0,0 0 0,0 0 0,0 0 0,0 0 0,1 0 0,0 1 0,0-1 0,0 0 0,0 0 0,1 6 0,1-2 0,0-1 0,1 0 0,-1 0 0,2 0 0,-1 0 0,0 0 0,10 12 0,0-4 0,0 1 0,1-1 0,1-1 0,0-1 0,25 17 0,11 2-1365,-5-9-5461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4:53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821 0 24575,'1'221'0,"-2"280"0,-2-401 0,-4 1 0,-4-1 0,-5 0 0,-29 99 0,39-178 0,-2-1 0,0 1 0,-1-2 0,0 1 0,-21 28 0,11-14 0,2 0 0,1 1 0,2 0 0,-16 59 0,22-65 0,-76 266 0,25-80 0,17-46 0,-23 219 0,41-221 0,17-128 0,-1 0 0,-2 0 0,-29 72 0,28-86 0,-2-1 0,0 0 0,-1-1 0,-2-1 0,0 0 0,-32 32 0,-26 14 0,70-65 0,-10 7 0,11-12 0,5-10 0,43-110 0,-14 40 0,-14 34 0,2 0 0,2 1 0,31-51 0,-51 96 0,0 0 0,0 0 0,1 0 0,-1 0 0,1 1 0,0-1 0,-1 0 0,1 1 0,0 0 0,0-1 0,2-1 0,-3 3 0,-1 0 0,1 0 0,0 0 0,-1 0 0,1 0 0,-1-1 0,1 1 0,-1 0 0,1 0 0,-1 1 0,1-1 0,0 0 0,-1 0 0,1 0 0,-1 0 0,1 0 0,-1 1 0,1-1 0,-1 0 0,1 0 0,-1 1 0,1-1 0,-1 0 0,0 1 0,1-1 0,-1 0 0,1 1 0,0 0 0,1 3 0,0 0 0,0 0 0,0 1 0,-1-1 0,1 1 0,-1-1 0,0 1 0,1 8 0,3 45 0,-3 1 0,-6 66 0,0 41 0,4-163-91,0 0 0,0 0 0,0 0 0,0 0 0,1 0 0,-1 0 0,1-1 0,0 1 0,0 0 0,0 0 0,0-1 0,0 1 0,1 0 0,2 4 0,7-1-6735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1.6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24575,'0'4'0,"0"24"0,0 32 0,0 36 0,0 24 0,0 8 0,0 0 0,0-12 0,0-10 0,0-19 0,0-18 0,0-6 0,0-7 0,0-10 0,0 0 0,0-7-8191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2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43 24575,'-1'-1'0,"1"0"0,0 1 0,0-1 0,0 0 0,0 0 0,-1 1 0,1-1 0,0 0 0,-1 1 0,1-1 0,-1 0 0,1 1 0,0-1 0,-1 1 0,0-1 0,1 1 0,-1-1 0,1 1 0,-1-1 0,1 1 0,-1-1 0,0 1 0,1 0 0,-1-1 0,0 1 0,0 0 0,1 0 0,-2-1 0,-23-3 0,20 4 0,-39-5 0,-1 2 0,-64 5 0,106-1 0,-1-1 0,0 1 0,0 0 0,1-1 0,-1 2 0,0-1 0,1 0 0,-1 1 0,1 0 0,0 0 0,-1 0 0,1 0 0,0 0 0,0 1 0,-3 3 0,2-1 0,0-1 0,1 1 0,0 0 0,0 0 0,0 0 0,1 1 0,0-1 0,0 1 0,-2 6 0,0 9 0,1 1 0,1 0 0,1 0 0,2 26 0,-1-35 0,0-1 0,2 0 0,-1 0 0,5 15 0,-5-23 0,1 1 0,0-1 0,0 1 0,0-1 0,1 0 0,-1 0 0,1 0 0,0 0 0,0 0 0,0-1 0,1 1 0,0-1 0,6 6 0,13 5 0,0-1 0,1-1 0,1-2 0,-1 0 0,2-1 0,-1-1 0,1-2 0,0 0 0,0-2 0,36 1 0,-57-4 0,1-1 0,0-1 0,-1 1 0,1-1 0,-1 0 0,1 0 0,-1 0 0,1-1 0,-1 0 0,0 0 0,1 0 0,-1-1 0,7-4 0,-7 3 0,0-1 0,0 0 0,0 1 0,-1-2 0,0 1 0,0 0 0,0-1 0,-1 0 0,1 0 0,-1 0 0,2-7 0,3-9 20,-2-1 0,0 0 0,-1 0 0,-1 0 0,1-28 0,-4 15-515,-1 1 0,-9-63 0,1 54-6331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3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24575,'0'122'0,"1"142"0,-1-244 0,5 63 0,-4-75 0,1 0 0,0 0 0,0-1 0,0 1 0,1 0 0,0-1 0,8 14 0,-10-19 0,1 0 0,-1 0 0,1 0 0,0 0 0,0 0 0,0 0 0,0 0 0,0-1 0,0 1 0,0-1 0,0 1 0,1-1 0,-1 0 0,1 0 0,-1 0 0,1 0 0,2 0 0,-1-1 0,0 1 0,1-1 0,-1 0 0,0 0 0,0-1 0,1 1 0,-1-1 0,0 0 0,7-2 0,1-2 0,0-1 0,0 0 0,0 0 0,-1-1 0,20-17 0,0-5 0,-2-2 0,-1-1 0,29-44 0,-40 53 0,-10 14 0,15-19 0,-21 27 0,0-1 0,0 1 0,1 0 0,-1 0 0,0 0 0,1 0 0,-1 0 0,0 0 0,1 0 0,-1 0 0,1 1 0,-1-1 0,1 1 0,0-1 0,1 0 0,-1 2 0,-1 0 0,1 0 0,-1 0 0,0 0 0,1 0 0,-1 0 0,0 0 0,1 1 0,-1-1 0,0 0 0,0 1 0,0-1 0,0 1 0,0-1 0,-1 1 0,1-1 0,0 1 0,0 2 0,5 7 0,-5-9 0,0 0 0,0-1 0,0 1 0,0-1 0,0 0 0,1 1 0,-1-1 0,0 0 0,1 1 0,-1-1 0,1 0 0,0 0 0,-1 0 0,1-1 0,0 1 0,-1 0 0,1-1 0,0 1 0,0-1 0,0 1 0,0-1 0,-1 0 0,1 0 0,3 0 0,-2 0 0,0-1 0,0 0 0,0 0 0,0 0 0,0-1 0,-1 1 0,1-1 0,0 0 0,-1 1 0,1-1 0,-1 0 0,1-1 0,-1 1 0,0 0 0,3-4 0,10-15 0,-1-1 0,-1 0 0,14-30 0,22-37 0,-22 50-1365,-3 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4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24575,'0'488'0,"-1"-464"0,1 23 0,0-44 0,0 0 0,1 0 0,-1 0 0,1-1 0,-1 1 0,1 0 0,0 0 0,0 0 0,0-1 0,1 1 0,1 3 0,-2-6 0,-1 1 0,1-1 0,-1 1 0,1-1 0,-1 0 0,1 1 0,0-1 0,-1 0 0,1 0 0,-1 1 0,1-1 0,0 0 0,-1 0 0,1 0 0,0 0 0,-1 0 0,1 0 0,0 0 0,-1 0 0,1 0 0,0 0 0,-1 0 0,1 0 0,0-1 0,-1 1 0,1 0 0,-1 0 0,1-1 0,0 1 0,-1 0 0,1-1 0,-1 1 0,1-1 0,-1 1 0,1-1 0,-1 1 0,1-1 0,20-22 0,-19 21 0,31-48 0,-27 39 0,0 0 0,2 1 0,-1-1 0,1 1 0,0 1 0,1 0 0,19-16 0,-27 24 0,-1 1 0,1 0 0,0-1 0,-1 1 0,1-1 0,0 1 0,-1 0 0,1 0 0,0-1 0,0 1 0,-1 0 0,1 0 0,0 0 0,0 0 0,-1 0 0,1 0 0,0 0 0,0 0 0,-1 0 0,1 0 0,0 0 0,-1 0 0,1 1 0,0-1 0,0 0 0,-1 0 0,1 1 0,0-1 0,-1 1 0,1-1 0,-1 0 0,1 1 0,0-1 0,-1 1 0,1 0 0,-1-1 0,1 1 0,-1-1 0,0 1 0,1 0 0,-1-1 0,0 1 0,1 0 0,-1-1 0,0 2 0,2 4 0,0 0 0,-1 0 0,0 0 0,1 9 0,-2-12 0,2 55-66,-2-35 151,4 40 1,-3-58-199,0 1 0,0-1 0,0 0 0,1 0 0,0 0 0,0 0-1,0-1 1,1 1 0,-1 0 0,1-1 0,0 0 0,7 8 0,16 8-6713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4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12 24575,'0'-5'0,"-4"0"0,-2 3 0,-4 8 0,-1 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4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5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 80 24575,'-2'-4'0,"1"-1"0,-1 1 0,-1 0 0,1 0 0,-1 0 0,1 0 0,-1 0 0,0 1 0,-1-1 0,1 1 0,-1 0 0,1 0 0,-1 0 0,0 0 0,0 1 0,0 0 0,0-1 0,-1 1 0,1 1 0,-1-1 0,-7-1 0,-7-1 0,0 1 0,0 1 0,0 1 0,-19 2 0,36-1 0,-2 0 0,1 0 0,0 0 0,-1 0 0,1 1 0,0-1 0,0 1 0,-1 0 0,1 0 0,0 1 0,0-1 0,0 0 0,0 1 0,0 0 0,0 0 0,1 0 0,-1 0 0,0 0 0,1 0 0,0 1 0,0-1 0,-1 1 0,2 0 0,-1 0 0,0-1 0,0 1 0,1 0 0,0 1 0,-1-1 0,1 0 0,0 0 0,1 0 0,-2 5 0,0 2 0,0-1 0,1 1 0,-1 0 0,2 0 0,0 0 0,1 15 0,-1-23 0,0 1 0,1-1 0,-1 1 0,1-1 0,0 1 0,0-1 0,-1 1 0,2-1 0,-1 0 0,0 1 0,0-1 0,1 0 0,-1 0 0,1 0 0,0 0 0,-1 0 0,1-1 0,0 1 0,0 0 0,0-1 0,0 1 0,1-1 0,-1 0 0,0 0 0,1 0 0,-1 0 0,0 0 0,1 0 0,-1-1 0,6 2 0,6-2 0,1-1 0,-1 0 0,1-1 0,-1 0 0,1-2 0,-1 1 0,0-2 0,0 0 0,-1 0 0,19-11 0,-19 10 0,-1-1 0,1 0 0,-1-1 0,0 0 0,-1-1 0,0 0 0,18-21 0,-175 290 0,-20 31 0,157-276 0,4-6 0,0-1 0,-1 0 0,1 0 0,-2 0 0,1-1 0,-15 13 0,21-20 0,0 1 0,-1-1 0,1 0 0,0 1 0,-1-1 0,1 0 0,-1 0 0,1 1 0,0-1 0,-1 0 0,1 0 0,-1 0 0,1 0 0,0 1 0,-1-1 0,1 0 0,-1 0 0,1 0 0,-1 0 0,1 0 0,-1 0 0,1 0 0,0 0 0,-1 0 0,1-1 0,-1 1 0,1 0 0,-1 0 0,1 0 0,0 0 0,-1-1 0,1 1 0,-1 0 0,1 0 0,0-1 0,-1 1 0,1 0 0,0-1 0,-1 1 0,1 0 0,0-1 0,0 1 0,-1 0 0,1-1 0,0 0 0,-4-20 0,4 10 0,0 1 0,1-1 0,1 1 0,0 0 0,1-1 0,-1 1 0,2 0 0,0 0 0,0 1 0,0-1 0,1 1 0,1 0 0,0 0 0,0 1 0,0 0 0,9-9 0,-3 5 0,0 1 0,0 0 0,1 0 0,0 1 0,1 1 0,0 1 0,0 0 0,1 0 0,27-9 0,-7 7 0,-12 4 0,32-15 0,-47 18 0,0-1 0,0-1 0,-1 0 0,0 0 0,0 0 0,0-1 0,9-10 0,2-6-273,-1-1 0,-1-1 0,-1 0 0,13-29 0,-1-3-6553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6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0 24575,'0'18'0,"0"26"0,0 24 0,-9 26 0,-6 14 0,-6-2 0,1-2 0,-1-15 0,4-18 0,5-16 0,3-18-8191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8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1 243 24575,'18'0'0,"-10"-1"0,0 1 0,0 0 0,-1 1 0,14 2 0,-19-3 0,0 1 0,1 0 0,-1 0 0,0 0 0,0 0 0,0 0 0,0 1 0,0-1 0,0 0 0,0 1 0,0 0 0,0-1 0,-1 1 0,1 0 0,-1 0 0,1 0 0,-1 0 0,0 0 0,1 3 0,4 8 0,-2 1 0,6 24 0,-7-24 0,0 0 0,2 0 0,6 16 0,-10-26 0,2-1 0,-1 1 0,0 0 0,1 0 0,-1-1 0,1 0 0,0 1 0,0-1 0,1 0 0,-1-1 0,0 1 0,1 0 0,0-1 0,7 4 0,-10-6 0,1 1 0,0-1 0,-1 1 0,1-1 0,0 0 0,-1 0 0,1 1 0,0-1 0,-1 0 0,1-1 0,0 1 0,-1 0 0,1 0 0,0-1 0,-1 1 0,1-1 0,0 1 0,-1-1 0,2-1 0,-2 2 0,0-1 0,-1 1 0,1-1 0,-1 1 0,1-1 0,0 1 0,-1-1 0,1 1 0,-1-1 0,1 0 0,-1 1 0,0-1 0,1 0 0,-1 0 0,0 1 0,1-1 0,-1 0 0,0 0 0,0 1 0,0-1 0,0 0 0,0 0 0,0 0 0,0 1 0,0-1 0,0 0 0,0 0 0,0 0 0,0 1 0,-1-1 0,1 0 0,0 0 0,0 1 0,-1-1 0,1 0 0,-1 1 0,1-1 0,0 0 0,-1 1 0,0-1 0,0 0 0,-3-3 0,1 1 0,-1 0 0,0 0 0,0 0 0,-1 1 0,1-1 0,-1 1 0,1 0 0,-1 0 0,0 1 0,1-1 0,-1 1 0,-10-1 0,10 1 0,-1 0 0,0 0 0,1 0 0,-1-1 0,1 0 0,0 0 0,0-1 0,0 1 0,0-1 0,0 0 0,0 0 0,-7-7 0,7 3 0,1 1 0,-1-1 0,1-1 0,1 1 0,-1 0 0,1-1 0,0 0 0,1 0 0,0 0 0,0 0 0,0-9 0,0 1 0,1 0 0,1 1 0,0-1 0,5-29 0,-2 29 0,1 0 0,1 0 0,0 1 0,8-16 0,-11 27 0,-1 0 0,2-1 0,-1 1 0,0 0 0,1 0 0,0 0 0,0 1 0,0-1 0,0 0 0,1 1 0,-1 0 0,1 0 0,0 0 0,0 1 0,0-1 0,0 1 0,7-3 0,-9 4 0,0 1 0,0 0 0,0 0 0,0-1 0,0 1 0,0 0 0,0 1 0,0-1 0,0 0 0,0 0 0,-1 1 0,1 0 0,0-1 0,0 1 0,0 0 0,-1 0 0,1-1 0,0 1 0,1 2 0,0-1 0,0 1 0,0 0 0,-1 0 0,1 0 0,-1 0 0,0 1 0,1-1 0,2 7 0,-1 0 0,-1 0 0,1 0 0,-2 0 0,1 0 0,-2 0 0,2 15 0,-4-7-195,-1 0 0,0 0 0,-1-1 0,-1 1 0,-1-1 0,-8 20 0,3-6-6631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09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52 24575,'0'61'0,"-1"70"0,0-122 0,0 1 0,-1 0 0,0-1 0,-4 12 0,5-17 0,-1 0 0,1 0 0,-1-1 0,0 1 0,0-1 0,0 1 0,0-1 0,0 0 0,-1 0 0,0 0 0,0 0 0,-4 4 0,6-7 0,1 0 0,0 0 0,0 0 0,-1 1 0,1-1 0,0 0 0,-1 0 0,1 0 0,0 0 0,-1 0 0,1 1 0,0-1 0,-1 0 0,1 0 0,0 0 0,-1 0 0,1 0 0,0 0 0,-1 0 0,1 0 0,0 0 0,-1 0 0,1-1 0,0 1 0,-1 0 0,1 0 0,0 0 0,-1 0 0,1 0 0,0-1 0,0 1 0,-1 0 0,1 0 0,0 0 0,0-1 0,-1 1 0,1 0 0,0 0 0,0-1 0,-6-17 0,6-23 0,1 22 0,2 1 0,0 0 0,1-1 0,1 1 0,0 1 0,2-1 0,14-29 0,-16 38 0,0 1 0,0 0 0,1 0 0,0 0 0,0 1 0,1 0 0,-1 0 0,2 1 0,-1 0 0,1 0 0,0 1 0,0 0 0,0 0 0,1 1 0,0 0 0,16-5 0,-21 8 9,0 0 1,-1 0-1,1 1 0,0-1 0,0 1 1,-1 0-1,1 0 0,0 1 0,0-1 0,-1 1 1,1-1-1,3 3 0,-5-3-66,0 1 0,-1 0 0,1 0 0,-1 0-1,1 0 1,-1 0 0,1 0 0,-1 0 0,1 0 0,-1 1 0,0-1 0,0 1-1,0-1 1,0 0 0,0 1 0,0 0 0,0-1 0,-1 1 0,1 0 0,0-1 0,-1 1-1,1 0 1,-1 0 0,0-1 0,0 4 0,0 17-6769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10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0 24575,'0'9'0,"0"15"0,-4 21 0,-10 12 0,-11 9 0,-6 2 0,2-7 0,7-17 0,6-21 0,7-19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10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91 24575,'5'-4'0,"5"-2"0,5 0 0,5-2 0,16-5 0,6-5 0,0 1 0,-2 4 0,-8 8 0,-10 17 0,-8 12 0,-7 6 0,-4 2 0,-3 0 0,-6-1 0,-6-6 0,-5-8 0,0-5-8191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5:11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24575,'4'13'0,"6"5"0,5-2 0,18-3 0,8-3 0,0-4 0,-2-3 0,1-2 0,-6-1-8191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02BD-3F8E-E3AA-D726-FEF76C3DF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8DB4A-5985-E8D7-2499-386FF719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F3B50-E446-E78A-FB91-1A4FAFEB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FB449-9ABC-2253-6F5D-456779CD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7EBD-B226-D3F6-EF57-2D267B7D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2D9D-9BE3-F92A-5849-766E5A98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3C643-075F-6835-3DAF-3977FD8B8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CADB6-BA73-2E00-09D3-B37F09C6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7480E-B857-9899-2BC3-5ABEE4B5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88C42-F906-639D-3E93-2F32596E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5F73-291E-163D-8A0B-516DE16D2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955AF-EAC2-81B6-5A1C-52138235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3EB2-A977-17F5-28E9-42AEF7238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03B05-D9F0-F227-B9EC-30EF5ED1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20FA5-5BE7-1DE5-F0F4-721D6992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6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4345-39A7-3B50-DCB2-6D1F0F47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BE799-BE6F-57ED-4F8D-8A05DECF5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0CE1F-68F1-D5DD-CED7-0F6A2A9B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98208-8FA4-66D2-D461-0C42B09B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53319-ADEF-CBEC-DEB7-568DD9B7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F2853-968E-BAC9-A477-1601FDC6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5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6996-2828-45A5-82B1-D3FBA2E3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0DCC5-E74E-9AAF-CBFD-0C6226C25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DFF8F-4B80-7C9D-7CFC-3C91517A0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00F84-AB48-5957-CD1D-968698F69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A043B-539D-2D11-E315-2A7D3C663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E33FD-C5A5-D98C-033F-19F695DC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6C8F34-C293-DA98-1432-BD804DFA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20CB5B-2D15-8AB5-8999-3DB51D30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2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78EB-6295-738E-4939-3A409855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D29C6-F8A1-9BD0-60F8-3CBC18D0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E4F37-5E54-7F0D-A58D-69561270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CEDB5-0F5F-4ED2-B1DE-23A709AF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62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10805-D28B-6DA9-16D3-19351BED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29BD8-0543-49A5-94C1-9447A43D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03AA4-E897-0449-632D-5D228D46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2085-DD77-E3CD-3A88-965C0CD83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D35F0-59CD-BBF6-59A0-36625B12C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2D3B1-7F76-B476-08DE-5337779D1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81764-1CF4-4276-C9E6-4B3A2AEC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47812-D3E3-DA98-0AA2-D60BED71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BAC3B-4C3C-36A6-44AD-73BE269F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8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7494C-4805-F5EA-F5F6-44EB2D99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3CB5E6-2DFC-4556-5F59-C54B3EB03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F620B-AD86-F6D4-8BA6-4E9B5F802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A153F-DAE1-F08E-FF21-0D8F6C39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2280F-1831-BF37-8108-63C7F1C6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B1102-E831-198E-5996-FB03AD81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4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2073-3F49-F6F6-3F5F-614FA246E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64105-8D1B-7A78-E337-C2B33F3EC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0D3B-7711-5BD4-AAFD-7002841B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C192C-F60D-834B-4351-7B5D4730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97114-875C-DA7E-EB28-B936A339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9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11021-4553-4709-7A3D-C1B82F5D2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646A9-3EE6-D7A9-018F-D76EAD5B1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4828F-7430-66D1-1BCF-A115D6E5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32B87-DCC1-440B-308C-561E965D0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76F61-9588-C7BE-1F75-3A671C89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1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9F22F-FCE8-DE2F-FE44-CD7340E3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1D43E-60CB-D1ED-00E4-0A8CA69C2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68203-9B3A-C3A8-9DA4-CB953B044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E8467-B141-457C-8217-D9F9B0A421E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69375-9E66-6322-0C18-6702A6ABA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FFD62-9206-C5E4-9150-158977EA7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1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21" Type="http://schemas.openxmlformats.org/officeDocument/2006/relationships/customXml" Target="../ink/ink10.xml"/><Relationship Id="rId34" Type="http://schemas.openxmlformats.org/officeDocument/2006/relationships/image" Target="../media/image20.png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2.png"/><Relationship Id="rId2" Type="http://schemas.openxmlformats.org/officeDocument/2006/relationships/image" Target="../media/image4.gif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8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3.xml"/><Relationship Id="rId30" Type="http://schemas.openxmlformats.org/officeDocument/2006/relationships/image" Target="../media/image18.png"/><Relationship Id="rId35" Type="http://schemas.openxmlformats.org/officeDocument/2006/relationships/customXml" Target="../ink/ink17.xml"/><Relationship Id="rId8" Type="http://schemas.openxmlformats.org/officeDocument/2006/relationships/image" Target="../media/image7.png"/><Relationship Id="rId3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387E7-D4FD-65F7-A786-CDB451559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2330"/>
            <a:ext cx="10375069" cy="5633339"/>
          </a:xfrm>
        </p:spPr>
      </p:pic>
    </p:spTree>
    <p:extLst>
      <p:ext uri="{BB962C8B-B14F-4D97-AF65-F5344CB8AC3E}">
        <p14:creationId xmlns:p14="http://schemas.microsoft.com/office/powerpoint/2010/main" val="314138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55A3C2D-BF4C-FF80-E6DC-EC532E517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828" y="1883229"/>
            <a:ext cx="4974771" cy="497477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C1C9D50-2676-9D7A-C990-86BC32065A6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100x</a:t>
            </a:r>
          </a:p>
        </p:txBody>
      </p:sp>
    </p:spTree>
    <p:extLst>
      <p:ext uri="{BB962C8B-B14F-4D97-AF65-F5344CB8AC3E}">
        <p14:creationId xmlns:p14="http://schemas.microsoft.com/office/powerpoint/2010/main" val="81724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AF1AD-5F1D-457F-10C8-55F7B32E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0F1DDC-EC4B-E02F-FEDA-F8F2B866E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111" y="1706223"/>
            <a:ext cx="5151777" cy="5151777"/>
          </a:xfrm>
        </p:spPr>
      </p:pic>
    </p:spTree>
    <p:extLst>
      <p:ext uri="{BB962C8B-B14F-4D97-AF65-F5344CB8AC3E}">
        <p14:creationId xmlns:p14="http://schemas.microsoft.com/office/powerpoint/2010/main" val="2478570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AB88BF-838F-87A2-FED8-1E7B66735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F0AF1AD-5F1D-457F-10C8-55F7B32EDAA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2.5x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E73B1AA-EF23-3E60-F520-5ACF963586A8}"/>
                  </a:ext>
                </a:extLst>
              </p14:cNvPr>
              <p14:cNvContentPartPr/>
              <p14:nvPr/>
            </p14:nvContentPartPr>
            <p14:xfrm>
              <a:off x="5705568" y="2166768"/>
              <a:ext cx="360" cy="1837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E73B1AA-EF23-3E60-F520-5ACF963586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99448" y="2160648"/>
                <a:ext cx="12600" cy="18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DA9AD599-FEA2-1238-59C3-CB834B384309}"/>
              </a:ext>
            </a:extLst>
          </p:cNvPr>
          <p:cNvGrpSpPr/>
          <p:nvPr/>
        </p:nvGrpSpPr>
        <p:grpSpPr>
          <a:xfrm>
            <a:off x="5993568" y="2002248"/>
            <a:ext cx="328680" cy="1708560"/>
            <a:chOff x="5993568" y="2002248"/>
            <a:chExt cx="328680" cy="170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56828F0-FAED-D31C-27DA-6CAE54881383}"/>
                    </a:ext>
                  </a:extLst>
                </p14:cNvPr>
                <p14:cNvContentPartPr/>
                <p14:nvPr/>
              </p14:nvContentPartPr>
              <p14:xfrm>
                <a:off x="5993568" y="2002248"/>
                <a:ext cx="77760" cy="1708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56828F0-FAED-D31C-27DA-6CAE5488138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87448" y="1996128"/>
                  <a:ext cx="90000" cy="17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A2C86D-E2C0-1D1F-182C-F3EEF0DA9C14}"/>
                    </a:ext>
                  </a:extLst>
                </p14:cNvPr>
                <p14:cNvContentPartPr/>
                <p14:nvPr/>
              </p14:nvContentPartPr>
              <p14:xfrm>
                <a:off x="6126048" y="2797128"/>
                <a:ext cx="196200" cy="19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A2C86D-E2C0-1D1F-182C-F3EEF0DA9C1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19928" y="2791008"/>
                  <a:ext cx="20844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1AE3FB5-75F9-A932-5DF9-85EE616A6032}"/>
                  </a:ext>
                </a:extLst>
              </p14:cNvPr>
              <p14:cNvContentPartPr/>
              <p14:nvPr/>
            </p14:nvContentPartPr>
            <p14:xfrm>
              <a:off x="5204448" y="2776968"/>
              <a:ext cx="364320" cy="1544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1AE3FB5-75F9-A932-5DF9-85EE616A603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98328" y="2770848"/>
                <a:ext cx="3765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B3B8C0C-0E51-1577-04F4-02BFF0FB1CE6}"/>
                  </a:ext>
                </a:extLst>
              </p14:cNvPr>
              <p14:cNvContentPartPr/>
              <p14:nvPr/>
            </p14:nvContentPartPr>
            <p14:xfrm>
              <a:off x="5803128" y="1563408"/>
              <a:ext cx="295920" cy="12610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B3B8C0C-0E51-1577-04F4-02BFF0FB1CE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97008" y="1557288"/>
                <a:ext cx="308160" cy="127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E672F37-B5E0-26B7-8D42-F31C25739FBD}"/>
              </a:ext>
            </a:extLst>
          </p:cNvPr>
          <p:cNvGrpSpPr/>
          <p:nvPr/>
        </p:nvGrpSpPr>
        <p:grpSpPr>
          <a:xfrm>
            <a:off x="6277608" y="1271088"/>
            <a:ext cx="506160" cy="570240"/>
            <a:chOff x="6277608" y="1271088"/>
            <a:chExt cx="506160" cy="57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A79922F-12D9-92A7-5C8E-D7AEDFF326BC}"/>
                    </a:ext>
                  </a:extLst>
                </p14:cNvPr>
                <p14:cNvContentPartPr/>
                <p14:nvPr/>
              </p14:nvContentPartPr>
              <p14:xfrm>
                <a:off x="6299928" y="1271088"/>
                <a:ext cx="360" cy="429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A79922F-12D9-92A7-5C8E-D7AEDFF326B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93808" y="1264968"/>
                  <a:ext cx="126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F72DCE7-808B-A965-5B07-3349061B08EF}"/>
                    </a:ext>
                  </a:extLst>
                </p14:cNvPr>
                <p14:cNvContentPartPr/>
                <p14:nvPr/>
              </p14:nvContentPartPr>
              <p14:xfrm>
                <a:off x="6277608" y="1612368"/>
                <a:ext cx="192240" cy="170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F72DCE7-808B-A965-5B07-3349061B08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71488" y="1606248"/>
                  <a:ext cx="2044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B43321-B115-C93E-4417-13BDACEFAAF5}"/>
                    </a:ext>
                  </a:extLst>
                </p14:cNvPr>
                <p14:cNvContentPartPr/>
                <p14:nvPr/>
              </p14:nvContentPartPr>
              <p14:xfrm>
                <a:off x="6528168" y="1627488"/>
                <a:ext cx="255600" cy="213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B43321-B115-C93E-4417-13BDACEFAA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22048" y="1621368"/>
                  <a:ext cx="26784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E039C6F-384A-35AB-4EA4-532CE1F62E87}"/>
              </a:ext>
            </a:extLst>
          </p:cNvPr>
          <p:cNvGrpSpPr/>
          <p:nvPr/>
        </p:nvGrpSpPr>
        <p:grpSpPr>
          <a:xfrm>
            <a:off x="6688728" y="2450448"/>
            <a:ext cx="522000" cy="861120"/>
            <a:chOff x="6688728" y="2450448"/>
            <a:chExt cx="522000" cy="86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31F96D-9371-4930-3B5B-0C8F8249C804}"/>
                    </a:ext>
                  </a:extLst>
                </p14:cNvPr>
                <p14:cNvContentPartPr/>
                <p14:nvPr/>
              </p14:nvContentPartPr>
              <p14:xfrm>
                <a:off x="6747768" y="2568888"/>
                <a:ext cx="97920" cy="255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31F96D-9371-4930-3B5B-0C8F8249C80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41648" y="2562768"/>
                  <a:ext cx="110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2E5BC2D-0713-7A8A-8854-96F0A9D2B06E}"/>
                    </a:ext>
                  </a:extLst>
                </p14:cNvPr>
                <p14:cNvContentPartPr/>
                <p14:nvPr/>
              </p14:nvContentPartPr>
              <p14:xfrm>
                <a:off x="6920208" y="2729808"/>
                <a:ext cx="11520" cy="5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2E5BC2D-0713-7A8A-8854-96F0A9D2B06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14088" y="2723688"/>
                  <a:ext cx="237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D2088A-8397-F3BB-819F-44F3BFACF609}"/>
                    </a:ext>
                  </a:extLst>
                </p14:cNvPr>
                <p14:cNvContentPartPr/>
                <p14:nvPr/>
              </p14:nvContentPartPr>
              <p14:xfrm>
                <a:off x="6922008" y="2578248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D2088A-8397-F3BB-819F-44F3BFACF60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15888" y="25721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337932-2738-6602-771E-274DC2EFCC7B}"/>
                    </a:ext>
                  </a:extLst>
                </p14:cNvPr>
                <p14:cNvContentPartPr/>
                <p14:nvPr/>
              </p14:nvContentPartPr>
              <p14:xfrm>
                <a:off x="6882048" y="2659608"/>
                <a:ext cx="192240" cy="258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337932-2738-6602-771E-274DC2EFCC7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75928" y="2653488"/>
                  <a:ext cx="204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89974B3-0083-1C3C-E26F-7C3F71C4E73F}"/>
                    </a:ext>
                  </a:extLst>
                </p14:cNvPr>
                <p14:cNvContentPartPr/>
                <p14:nvPr/>
              </p14:nvContentPartPr>
              <p14:xfrm>
                <a:off x="7142328" y="2450448"/>
                <a:ext cx="45000" cy="286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89974B3-0083-1C3C-E26F-7C3F71C4E73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36208" y="2444328"/>
                  <a:ext cx="57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12F5FE-07EF-1CC5-E83D-795F8088ABEE}"/>
                    </a:ext>
                  </a:extLst>
                </p14:cNvPr>
                <p14:cNvContentPartPr/>
                <p14:nvPr/>
              </p14:nvContentPartPr>
              <p14:xfrm>
                <a:off x="7122888" y="2564208"/>
                <a:ext cx="87840" cy="168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12F5FE-07EF-1CC5-E83D-795F8088AB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116768" y="2558088"/>
                  <a:ext cx="100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DBB738-2F68-C3D3-1D10-8DF3A76A5F5D}"/>
                    </a:ext>
                  </a:extLst>
                </p14:cNvPr>
                <p14:cNvContentPartPr/>
                <p14:nvPr/>
              </p14:nvContentPartPr>
              <p14:xfrm>
                <a:off x="6688728" y="3080808"/>
                <a:ext cx="95760" cy="127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DBB738-2F68-C3D3-1D10-8DF3A76A5F5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82608" y="3074688"/>
                  <a:ext cx="108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7BA1F9-B53F-4C9F-8009-97E75742E7AD}"/>
                    </a:ext>
                  </a:extLst>
                </p14:cNvPr>
                <p14:cNvContentPartPr/>
                <p14:nvPr/>
              </p14:nvContentPartPr>
              <p14:xfrm>
                <a:off x="6775848" y="3072528"/>
                <a:ext cx="54720" cy="144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7BA1F9-B53F-4C9F-8009-97E75742E7A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69728" y="3066408"/>
                  <a:ext cx="66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2EF0AD8-6E24-DB67-591E-A4F6F8229F74}"/>
                    </a:ext>
                  </a:extLst>
                </p14:cNvPr>
                <p14:cNvContentPartPr/>
                <p14:nvPr/>
              </p14:nvContentPartPr>
              <p14:xfrm>
                <a:off x="6803208" y="3030408"/>
                <a:ext cx="103680" cy="7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2EF0AD8-6E24-DB67-591E-A4F6F8229F7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97088" y="3024288"/>
                  <a:ext cx="115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408F3E-45DC-9D1A-A644-9B89C2A583A9}"/>
                    </a:ext>
                  </a:extLst>
                </p14:cNvPr>
                <p14:cNvContentPartPr/>
                <p14:nvPr/>
              </p14:nvContentPartPr>
              <p14:xfrm>
                <a:off x="6903648" y="3282408"/>
                <a:ext cx="92880" cy="29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408F3E-45DC-9D1A-A644-9B89C2A583A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97528" y="3276288"/>
                  <a:ext cx="105120" cy="41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12B864B-7BEA-D889-1CD3-84D32B3D50F3}"/>
              </a:ext>
            </a:extLst>
          </p:cNvPr>
          <p:cNvSpPr txBox="1"/>
          <p:nvPr/>
        </p:nvSpPr>
        <p:spPr>
          <a:xfrm>
            <a:off x="877824" y="2377440"/>
            <a:ext cx="21604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Voids near interface</a:t>
            </a:r>
          </a:p>
          <a:p>
            <a:endParaRPr lang="en-US" dirty="0"/>
          </a:p>
          <a:p>
            <a:r>
              <a:rPr lang="en-US" dirty="0"/>
              <a:t>Smaller voids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17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DF49D9-8BAE-00C9-CADB-75D707E73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75CDD0E-B9E3-20E2-D691-937CDABE562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2x</a:t>
            </a:r>
          </a:p>
        </p:txBody>
      </p:sp>
    </p:spTree>
    <p:extLst>
      <p:ext uri="{BB962C8B-B14F-4D97-AF65-F5344CB8AC3E}">
        <p14:creationId xmlns:p14="http://schemas.microsoft.com/office/powerpoint/2010/main" val="225321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3217</TotalTime>
  <Words>9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10x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Campbell</dc:creator>
  <cp:lastModifiedBy>Ben Campbell</cp:lastModifiedBy>
  <cp:revision>118</cp:revision>
  <dcterms:created xsi:type="dcterms:W3CDTF">2025-12-01T18:29:24Z</dcterms:created>
  <dcterms:modified xsi:type="dcterms:W3CDTF">2026-01-08T15:47:06Z</dcterms:modified>
</cp:coreProperties>
</file>